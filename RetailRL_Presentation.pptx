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E0EF"/>
                </a:solidFill>
                <a:latin typeface="Arial"/>
              </a:rPr>
              <a:t>PPO Learning Curve — Avg Reward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Reward (₹M)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Update 5</c:v>
                  </c:pt>
                  <c:pt idx="1">
                    <c:v>Update 40</c:v>
                  </c:pt>
                  <c:pt idx="2">
                    <c:v>Update 80</c:v>
                  </c:pt>
                  <c:pt idx="3">
                    <c:v>Update 120</c:v>
                  </c:pt>
                  <c:pt idx="4">
                    <c:v>Update 160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603</c:v>
                </c:pt>
                <c:pt idx="1">
                  <c:v>927</c:v>
                </c:pt>
                <c:pt idx="2">
                  <c:v>983</c:v>
                </c:pt>
                <c:pt idx="3">
                  <c:v>985</c:v>
                </c:pt>
                <c:pt idx="4">
                  <c:v>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D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D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"/>
            <a:ext cx="109728" cy="109728"/>
          </a:xfrm>
          <a:prstGeom prst="ellipse">
            <a:avLst/>
          </a:prstGeom>
          <a:solidFill>
            <a:srgbClr val="8FAAB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6032"/>
            <a:ext cx="109728" cy="109728"/>
          </a:xfrm>
          <a:prstGeom prst="ellipse">
            <a:avLst/>
          </a:prstGeom>
          <a:solidFill>
            <a:srgbClr val="8FAAB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3152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Dynamic Pricing &amp;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 System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389120" cy="5029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Reinforcement Learning Platform for Retail Operations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520440"/>
            <a:ext cx="1554480" cy="12344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520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3520440"/>
            <a:ext cx="1554480" cy="12344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3520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3520440"/>
            <a:ext cx="1554480" cy="12344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3520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9476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Decisions/Step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3520440"/>
            <a:ext cx="1554480" cy="12344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520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3520440"/>
            <a:ext cx="1554480" cy="12344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3520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7804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Pansari  |  Walmart Customer Decision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QuickMart operates 10 stores across 3 regions. Every day, a human team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set prices for 425 SKUs — that's 4,250 pricing decisions per time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5176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74520"/>
            <a:ext cx="265176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1508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SKUs × 10 stores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4,250 simultaneous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874520"/>
            <a:ext cx="265176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874520"/>
            <a:ext cx="265176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2651760" cy="1508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inventory, demand,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competitors, seasonality,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— all interacting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265176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874520"/>
            <a:ext cx="2651760" cy="43891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331720"/>
            <a:ext cx="2651760" cy="1508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compete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customers.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wars hurt the chain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Reinforcement Learning?  →  Instead of programming rules, agents learn optimal pricing from experience — adapting to any market condition.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10-Phase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60020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4248" y="91440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84248" y="914400"/>
            <a:ext cx="160020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1984248" y="914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4248" y="137160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39896" y="91440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9896" y="914400"/>
            <a:ext cx="160020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3739896" y="914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9896" y="137160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GAE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Learning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95544" y="91440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95544" y="914400"/>
            <a:ext cx="1600200" cy="438912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18" name="Text 16"/>
          <p:cNvSpPr/>
          <p:nvPr/>
        </p:nvSpPr>
        <p:spPr>
          <a:xfrm>
            <a:off x="5495544" y="914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95544" y="137160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51192" y="91440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51192" y="914400"/>
            <a:ext cx="1600200" cy="438912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2" name="Text 20"/>
          <p:cNvSpPr/>
          <p:nvPr/>
        </p:nvSpPr>
        <p:spPr>
          <a:xfrm>
            <a:off x="7251192" y="914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1192" y="137160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88036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80360"/>
            <a:ext cx="1600200" cy="438912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2880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28600" y="333756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84248" y="288036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84248" y="2880360"/>
            <a:ext cx="1600200" cy="438912"/>
          </a:xfrm>
          <a:prstGeom prst="rect">
            <a:avLst/>
          </a:prstGeom>
          <a:solidFill>
            <a:srgbClr val="1B7A56"/>
          </a:solidFill>
          <a:ln/>
        </p:spPr>
      </p:sp>
      <p:sp>
        <p:nvSpPr>
          <p:cNvPr id="30" name="Text 28"/>
          <p:cNvSpPr/>
          <p:nvPr/>
        </p:nvSpPr>
        <p:spPr>
          <a:xfrm>
            <a:off x="1984248" y="2880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984248" y="333756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39896" y="288036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39896" y="2880360"/>
            <a:ext cx="1600200" cy="438912"/>
          </a:xfrm>
          <a:prstGeom prst="rect">
            <a:avLst/>
          </a:prstGeom>
          <a:solidFill>
            <a:srgbClr val="1B7A56"/>
          </a:solidFill>
          <a:ln/>
        </p:spPr>
      </p:sp>
      <p:sp>
        <p:nvSpPr>
          <p:cNvPr id="34" name="Text 32"/>
          <p:cNvSpPr/>
          <p:nvPr/>
        </p:nvSpPr>
        <p:spPr>
          <a:xfrm>
            <a:off x="3739896" y="2880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39896" y="333756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RL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95544" y="288036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95544" y="2880360"/>
            <a:ext cx="1600200" cy="43891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8" name="Text 36"/>
          <p:cNvSpPr/>
          <p:nvPr/>
        </p:nvSpPr>
        <p:spPr>
          <a:xfrm>
            <a:off x="5495544" y="2880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95544" y="333756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51192" y="2880360"/>
            <a:ext cx="1600200" cy="164592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51192" y="2880360"/>
            <a:ext cx="1600200" cy="438912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42" name="Text 40"/>
          <p:cNvSpPr/>
          <p:nvPr/>
        </p:nvSpPr>
        <p:spPr>
          <a:xfrm>
            <a:off x="7251192" y="2880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51192" y="3337560"/>
            <a:ext cx="160020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1–3: Foundation — MDP → REINFORCE → PPO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MDP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65176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features/SKU
(price, inventory, demand
history, competitors,
seasonality, weather)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∈ [−15%, +15%]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stockout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− margin violation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914400"/>
            <a:ext cx="265176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914400"/>
            <a:ext cx="265176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REINFORCE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325880"/>
            <a:ext cx="265176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∇J(θ) = E[∇ log π(a|s) × A_t]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method:
collect full episode,
then update once
</a:t>
            </a:r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−11.6% in our run.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expected —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PPO.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292608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914400"/>
            <a:ext cx="292608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PPO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1325880"/>
            <a:ext cx="292608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ratio to [1−ε, 1+ε]
GAE advantages
K=10 epochs/rollout
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+49.2% 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loss: 0.017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13.6 → 10.2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updates, 82K steps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4–6: RLHF, Multi-Agent RL, and CTDE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3931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384048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RLHF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6517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loss: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−E[log σ(r(A)−r(B))]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 tracks
strategy quality.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hand-crafting reward weights, LEARN what good pricing looks like from pairwise comparisons.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868680"/>
            <a:ext cx="2651760" cy="3931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868680"/>
            <a:ext cx="2651760" cy="384048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868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MARL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280160"/>
            <a:ext cx="26517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P(s'|s,a₁) changes as agents 2-10 also update — breaks Markov assumption.
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reward aligns incentives. Price wars become self-defeating when all stores share R_total.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868680"/>
            <a:ext cx="2926080" cy="3931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868680"/>
            <a:ext cx="2926080" cy="384048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868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CTDE/MAPPO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1280160"/>
            <a:ext cx="292608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centralized: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V(s_global) sees ALL stores — correct credit assignment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decentralized: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actor uses only local obs — scales to 1000 stores, no communication needed at runtime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7–8: LLM-Augmented Agent &amp; GRPO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005840"/>
          </a:xfrm>
          <a:prstGeom prst="rect">
            <a:avLst/>
          </a:prstGeom>
          <a:solidFill>
            <a:srgbClr val="1B7A5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Strategic Layer (every 24 steps)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41605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→ analyze_demand, check_competitors, get_inventory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StrategyVector (10-dim float array)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6272" y="1901952"/>
            <a:ext cx="82296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212848"/>
            <a:ext cx="4160520" cy="82296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212848"/>
            <a:ext cx="4160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aug_obs = concat(local_obs, strategy_vector)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3063240"/>
            <a:ext cx="82296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3383280"/>
            <a:ext cx="4160520" cy="91440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3832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 Tactical Layer (every step)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749040"/>
            <a:ext cx="41605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exact price multiplier for each of 425 SKUs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434840"/>
            <a:ext cx="416052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434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LLM calls for 10,240 steps = 1 call/24 steps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68680"/>
            <a:ext cx="4160520" cy="4069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1B7A56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— GRPO + RLVR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298448"/>
            <a:ext cx="4160520" cy="36118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 needed.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G=8 actions per state: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Â_i = (r_i − mean_group) / std_group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Rewards: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≥ cost×1.05  → +1 / −1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occurred  → +1 / −1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≥ target   → +1 / −1
</a:t>
            </a:r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verifiable rewards cannot be gamed. No learned model means no reward hacking via model exploitation.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9–10: Safety, Governance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4320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Exploitation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74320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hits ±15% daily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mean |Δp_t/p_{t-1}| &gt; 10%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boost price_smoothness 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96112"/>
            <a:ext cx="274320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96112"/>
            <a:ext cx="2743200" cy="38404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1298448"/>
            <a:ext cx="274320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liquidates 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drain_rate &gt; 5%/day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boost inventory_health 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896112"/>
            <a:ext cx="274320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96112"/>
            <a:ext cx="2743200" cy="384048"/>
          </a:xfrm>
          <a:prstGeom prst="rect">
            <a:avLst/>
          </a:prstGeom>
          <a:solidFill>
            <a:srgbClr val="E09B3D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Equalization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298448"/>
            <a:ext cx="274320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metric gaming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revenue CV &lt; 2%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audit inter-store transfers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160520" cy="384048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Constraints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337560"/>
            <a:ext cx="416052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L(θ,λ) = J(θ) − Σ λ_i·(C_i − d_i)
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λ_i increases on violation → heavier penalty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λ_i decreases on satisfaction → more freedom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λ_max to prevent training collapse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4160520" cy="38404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416052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smaller, 2-3× faster, &lt;50ms target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10%→25%→50%→100% rollout with Welch's t-test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&lt;0.10 stable, &lt;0.25 warning, ≥0.25 retrain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— Verified on Hardware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011680" cy="19202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1, 30 steps)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896112"/>
            <a:ext cx="2011680" cy="19202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9611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92024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eps, high variance)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896112"/>
            <a:ext cx="2011680" cy="19202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89611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+40.2%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92024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(20K steps, 40 updates)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896112"/>
            <a:ext cx="2011680" cy="192024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9611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92024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(82K steps, 160 updates)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92608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852160" y="2926080"/>
            <a:ext cx="3017520" cy="2011680"/>
          </a:xfrm>
          <a:prstGeom prst="rect">
            <a:avLst/>
          </a:prstGeom>
          <a:solidFill>
            <a:srgbClr val="1B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Metrics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52160" y="3310128"/>
            <a:ext cx="3017520" cy="1600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loss:    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10¹⁴ → 0.017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 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 → 10.2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loss:   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~−0.05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    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130/154 passing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calls: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/ 10,240 steps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— What This Project Teaches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scale matters more than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0759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loss of 10¹⁴ vs 0.017 — same code, different scale. /1e7 + clip(−10,10) fixed it. No textbook teaches this.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6868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868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failing is a feature, not a bug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30759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−11.6% result is the best possible motivation for PPO. Seeing the problem makes the solution meaningful.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8600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 is unsolvable without CTDE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7249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learners + joint reward helps. But only a centralized critic gives true credit assignment across 10 agents.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28600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286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must be built in, not bolted 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7249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constraints are self-tuning. Hacking detectors catch emergent behavior. These aren't optional at production scale.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70332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3703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RL is genuinely complementary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14223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handles strategy (Diwali pricing, competitor response). RL handles execution (exact ₹ per SKU). Neither can do both.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06240" cy="12618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03320"/>
            <a:ext cx="45720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70332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12080" y="3703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is a system-building discipline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14223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→ agent → training loop → safety → deployment. Each phase assumes the previous one is solid. Design matters.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6002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phases. 154 tests. 1 working system.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→ REINFORCE → PPO: +49.2% improvement over random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0720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614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 + CTDE: 10 coordinating stores, solved non-stationarity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36976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912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+ GRPO: learned reward + verifiable reward signals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66674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2102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RL: strategic reasoning + tactical execution, 427 LLM calls verified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9651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507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Lagrangian constraints + 3 reward hacking detectors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80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INT8 quantization + A/B testing + PSI drift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RetailRL: Multi-Agent Dynamic Pricing &amp; Inventory Optimization</dc:title>
  <dc:subject>PptxGenJS Presentation</dc:subject>
  <dc:creator>Mohit Pansari</dc:creator>
  <cp:lastModifiedBy>Mohit Pansari</cp:lastModifiedBy>
  <cp:revision>1</cp:revision>
  <dcterms:created xsi:type="dcterms:W3CDTF">2026-03-22T18:41:37Z</dcterms:created>
  <dcterms:modified xsi:type="dcterms:W3CDTF">2026-03-22T18:41:37Z</dcterms:modified>
</cp:coreProperties>
</file>